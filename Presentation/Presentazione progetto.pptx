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9"/>
  </p:normalViewPr>
  <p:slideViewPr>
    <p:cSldViewPr snapToGrid="0">
      <p:cViewPr varScale="1">
        <p:scale>
          <a:sx n="101" d="100"/>
          <a:sy n="10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AE0BD1-00AE-8AAE-4550-521A5B11D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1AA426D-13C3-3491-F4EC-41B499943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845F71-4EFA-4F4B-C2D0-9386B0B2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A443A8-0DFF-4DF5-205C-1213DCFB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CD7036-EC6A-C8F5-A05F-715598DE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616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186E9D-4C3A-50DF-A54E-97ECE8F3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5BA319-74D8-8813-E4EB-C5F21466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E06077-3B7C-D6D8-7199-247C069E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247EBA-0380-4589-5409-FCC99B1E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0F8563-6C7B-F199-5B2C-B744B9EE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28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52416E-CA7B-F4DF-77A0-C3519371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B061A1-B97F-F3E6-CAD4-B47153404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162534-D926-3F51-76D8-99EF333C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C18F26-0675-847B-BCE6-7F18518A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571404-6E78-6F55-808D-826C7ECE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530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C1D383-70E8-2ED6-24A6-374E6E0C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EA2650-64B5-A985-503A-EB1001C5E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1DF36B2-ADB4-A826-A161-2F0AFC5CF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4D4D3F4-DB40-887D-E7B2-B4478EA7C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5BB9FD-0A4A-7D47-C61B-4EBE0547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EAAB31-CB99-9796-3FB6-8B96F2AE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60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DA5A7C-96DE-1556-60AD-8EF90BCC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D418CA-E7A6-0204-C9C9-2414469A5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DD3362-D764-66B1-DA43-8C4653816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9EEBB85-4AB3-445D-271B-8E9882002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620D4E4-F68E-42B2-8B69-604E2E7E2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41C4309-B3C4-2F19-D30E-8999C5AC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A488BA5-453D-B322-FD4A-911929EE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5294D79-E210-A342-B67B-072A146A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894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CFFEC-CB8A-4730-2FFE-37D6DC441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0260203-9470-74C0-478F-DC847C12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CC3AF90-E245-EDE8-AB05-3337FAE6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B0BCB74-7BFC-3077-CFA2-13C7F5EC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124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712C0FA-4297-E958-507B-32105277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F4995F6-91DF-1386-1BEA-2C9BBF81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8834053-459D-122D-86DB-654F3950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433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D5A1D5-1D19-10DB-68BF-DF1F5EFB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88FCDE-A80B-1FB9-9DBC-01892DEC7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FA91085-B936-64E9-6C39-BD5DCE137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4BE0EB-1A34-0767-762A-A4CCB79A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5DB3C8-C3FE-03FF-7270-77BABB76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D62CD2-0B2E-8DA2-F3B5-CFFA0C55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693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7BF6F4-73FA-1A75-9B1B-72BAE636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729A05-4794-4402-DB0E-F59EB5BCE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71E201A-DC2A-E2D4-394E-B554A554C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0636C55-7010-EB7B-CE4B-A4584571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38B187-6B51-5341-2B61-E35B385B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D897428-04DF-6AF8-47FF-D7C6F950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728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8E7E3-712D-AE28-B5B6-39787BCA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C488F11-67E4-856B-145F-30A73A86F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958B8C-4661-3E9D-14AF-0C4D39AB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6ECBED-0878-D1E6-B46B-CF55F435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56072F-6A31-57CE-DCD0-6348D1B7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533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5F44B9C-61E8-8604-D653-2C733154E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22E89F7-528F-BEDA-465C-A1F0E9C4A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00128E-2FF6-64BF-1CF3-1EF16451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35B187-06BF-01AE-B483-4F041CAF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B345F7-A62C-0C48-B49D-8702BE76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491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256737B-7181-14CF-EFB6-914DB8C3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84F4ED-6195-6172-6F72-429F1D57D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3C781-26D8-236F-D2CC-32A3C858B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1EEF2-B829-5949-8AA8-3D78445DF577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9A39DC-CDB5-E60D-880F-C27849B2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F8E88B-D866-4E45-1B74-1C59C906A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570D4-9E50-5445-B7AA-512F85FA93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708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BF696A-7E95-9976-B9EE-69FA54450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9154A21-3C32-1E76-0690-595763528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716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7267ED-38F7-1E94-E8DC-7F31B803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Thesis</a:t>
            </a:r>
          </a:p>
        </p:txBody>
      </p:sp>
      <p:pic>
        <p:nvPicPr>
          <p:cNvPr id="9" name="Segnaposto contenuto 8" descr="Immagine che contiene testo, software, Pagina Web, Sito Web&#10;&#10;Il contenuto generato dall'IA potrebbe non essere corretto.">
            <a:extLst>
              <a:ext uri="{FF2B5EF4-FFF2-40B4-BE49-F238E27FC236}">
                <a16:creationId xmlns:a16="http://schemas.microsoft.com/office/drawing/2014/main" id="{9E619A74-4769-4467-76DF-BF1045FF9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705" y="1835830"/>
            <a:ext cx="5963334" cy="4351338"/>
          </a:xfrm>
        </p:spPr>
      </p:pic>
    </p:spTree>
    <p:extLst>
      <p:ext uri="{BB962C8B-B14F-4D97-AF65-F5344CB8AC3E}">
        <p14:creationId xmlns:p14="http://schemas.microsoft.com/office/powerpoint/2010/main" val="302296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411014-C495-D4DE-AADC-04060B9D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39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it-IT" dirty="0"/>
              <a:t>THE LOTTERY TICKET HYPOTHESIS:</a:t>
            </a:r>
            <a:br>
              <a:rPr lang="it-IT" dirty="0"/>
            </a:br>
            <a:r>
              <a:rPr lang="it-IT" dirty="0"/>
              <a:t>FINDING SPARSE, TRAINABLE NEURAL NETWORKS 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18593A-ED07-37F9-D948-E111AE29E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499"/>
            <a:ext cx="10515600" cy="3319463"/>
          </a:xfrm>
        </p:spPr>
        <p:txBody>
          <a:bodyPr/>
          <a:lstStyle/>
          <a:p>
            <a:r>
              <a:rPr lang="it-IT" dirty="0" err="1"/>
              <a:t>Proprierty</a:t>
            </a:r>
            <a:endParaRPr lang="it-IT" dirty="0"/>
          </a:p>
        </p:txBody>
      </p:sp>
      <p:pic>
        <p:nvPicPr>
          <p:cNvPr id="2054" name="Picture 6" descr="WI-TMLEGA: Weight Initialization and Training Method Based on Entropy Gain  and Learning Rate Adjustment">
            <a:extLst>
              <a:ext uri="{FF2B5EF4-FFF2-40B4-BE49-F238E27FC236}">
                <a16:creationId xmlns:a16="http://schemas.microsoft.com/office/drawing/2014/main" id="{F2EF229A-813C-30B9-1964-0521E1E68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314" y="2793401"/>
            <a:ext cx="6589486" cy="363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D3A643F0-25B3-00F5-A6E3-9CA706F089A4}"/>
              </a:ext>
            </a:extLst>
          </p:cNvPr>
          <p:cNvSpPr/>
          <p:nvPr/>
        </p:nvSpPr>
        <p:spPr>
          <a:xfrm>
            <a:off x="6680200" y="3213099"/>
            <a:ext cx="1796143" cy="180884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56" name="Picture 8" descr="Golden Ticket - Lotto Scratch Card: app su Amazon Appstore">
            <a:extLst>
              <a:ext uri="{FF2B5EF4-FFF2-40B4-BE49-F238E27FC236}">
                <a16:creationId xmlns:a16="http://schemas.microsoft.com/office/drawing/2014/main" id="{53FB9472-F719-E777-C876-0DF50975E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343" y="4209142"/>
            <a:ext cx="847946" cy="135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24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8B0C0C-4BD5-ADF7-7E3B-16523D62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Problem</a:t>
            </a:r>
            <a:endParaRPr lang="it-IT" dirty="0"/>
          </a:p>
        </p:txBody>
      </p:sp>
      <p:pic>
        <p:nvPicPr>
          <p:cNvPr id="5" name="Segnaposto contenuto 4" descr="Immagine che contiene testo, Carattere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AE5456B0-954C-40FD-817E-63B08EBBE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2013744"/>
            <a:ext cx="10210800" cy="3975100"/>
          </a:xfrm>
        </p:spPr>
      </p:pic>
    </p:spTree>
    <p:extLst>
      <p:ext uri="{BB962C8B-B14F-4D97-AF65-F5344CB8AC3E}">
        <p14:creationId xmlns:p14="http://schemas.microsoft.com/office/powerpoint/2010/main" val="56821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96B5B9-92B5-0EA5-31B3-E134D8EA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Type</a:t>
            </a:r>
            <a:r>
              <a:rPr lang="it-IT" dirty="0"/>
              <a:t> of defense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6360BF-FC07-FB85-09EB-7D74EE5C8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3074" name="Picture 2" descr="Finding Lottery Tickets in Vision Models via Data-driven Spectral Foresight  Pruning">
            <a:extLst>
              <a:ext uri="{FF2B5EF4-FFF2-40B4-BE49-F238E27FC236}">
                <a16:creationId xmlns:a16="http://schemas.microsoft.com/office/drawing/2014/main" id="{2BFBDF9E-1DA0-1E25-38B0-0001EDECE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2389759"/>
            <a:ext cx="5362575" cy="378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209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C574AC-E40C-ACD5-5B04-19608D82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Own</a:t>
            </a:r>
            <a:r>
              <a:rPr lang="it-IT" dirty="0"/>
              <a:t> </a:t>
            </a:r>
            <a:r>
              <a:rPr lang="it-IT" dirty="0" err="1"/>
              <a:t>soluzion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BF52CF-0189-0F7B-B6EC-DCC3DC5D9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3689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43233A-D789-7F78-FB4B-59E011EC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Segnaposto contenuto 4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DDA40153-DD76-2C99-1EAC-BF273B59C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400" y="2902744"/>
            <a:ext cx="5194300" cy="2070100"/>
          </a:xfrm>
        </p:spPr>
      </p:pic>
    </p:spTree>
    <p:extLst>
      <p:ext uri="{BB962C8B-B14F-4D97-AF65-F5344CB8AC3E}">
        <p14:creationId xmlns:p14="http://schemas.microsoft.com/office/powerpoint/2010/main" val="3502553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21</Words>
  <Application>Microsoft Macintosh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Presentazione standard di PowerPoint</vt:lpstr>
      <vt:lpstr>Thesis</vt:lpstr>
      <vt:lpstr>THE LOTTERY TICKET HYPOTHESIS: FINDING SPARSE, TRAINABLE NEURAL NETWORKS  </vt:lpstr>
      <vt:lpstr>Problem</vt:lpstr>
      <vt:lpstr>Type of defense</vt:lpstr>
      <vt:lpstr>Own soluzion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Russo - daniele.russo17@studio.unibo.it</dc:creator>
  <cp:lastModifiedBy>Daniele Russo - daniele.russo17@studio.unibo.it</cp:lastModifiedBy>
  <cp:revision>1</cp:revision>
  <dcterms:created xsi:type="dcterms:W3CDTF">2025-11-17T10:36:07Z</dcterms:created>
  <dcterms:modified xsi:type="dcterms:W3CDTF">2025-11-18T13:17:20Z</dcterms:modified>
</cp:coreProperties>
</file>